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F34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MUGEN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Level Up Your Fighter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Moves  |  Stages  |  Sound  |  AI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character from basic to boss-level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Adding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 1 you built a basic fighter. Now let's make them fun to play.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65960" cy="3017520"/>
          </a:xfrm>
          <a:prstGeom prst="rect">
            <a:avLst/>
          </a:prstGeom>
          <a:solidFill>
            <a:srgbClr val="FFF3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196596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7830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Moves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Combos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Quarter-circle fireballs, charge attacks, and super moves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508760"/>
            <a:ext cx="1965960" cy="30175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508760"/>
            <a:ext cx="1965960" cy="54864"/>
          </a:xfrm>
          <a:prstGeom prst="rect">
            <a:avLst/>
          </a:prstGeom>
          <a:solidFill>
            <a:srgbClr val="0F34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7830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unique arena for your character to fight in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54880" y="1508760"/>
            <a:ext cx="1965960" cy="301752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508760"/>
            <a:ext cx="1965960" cy="54864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78308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9204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9204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Punches, grunts, voice lines, and background music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03720" y="1508760"/>
            <a:ext cx="1965960" cy="3017520"/>
          </a:xfrm>
          <a:prstGeom prst="rect">
            <a:avLst/>
          </a:prstGeom>
          <a:solidFill>
            <a:srgbClr val="F0FD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508760"/>
            <a:ext cx="196596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8308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4088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your character to fight on its own against players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Moves Work: The CMD File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1828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645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in MUGEN has two parts: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Command — the button/joystick input the player presses (defined in .CMD)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State — what the character actually does when triggered (defined in .CNS)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749040" cy="182880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MUGEN Input Notation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0" y="1645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D, DF, 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0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Quarter-circle forward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2064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F, D, DF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punch motion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2194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~30B, F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back 30 ticks, forward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2064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b / 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Medium / Heavy punch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 y / z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6656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Medium / Heavy kick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154680"/>
            <a:ext cx="7863840" cy="169164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154680"/>
            <a:ext cx="7863840" cy="292608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Fireball Command (.CMD)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3566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[Command]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"Fireball"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= ~D, DF, F, a        ; quarter-circle forward + light punch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= 15                     ; player has 15 ticks to complete the input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Special Move State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flows: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1828800" cy="68580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input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572768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88920" y="1417320"/>
            <a:ext cx="1828800" cy="6858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78892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file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command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572768"/>
            <a:ext cx="274320" cy="274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37760" y="1417320"/>
            <a:ext cx="1828800" cy="685800"/>
          </a:xfrm>
          <a:prstGeom prst="rect">
            <a:avLst/>
          </a:prstGeom>
          <a:solidFill>
            <a:srgbClr val="F9A82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93776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572768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86600" y="1417320"/>
            <a:ext cx="1828800" cy="68580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708660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runs the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logic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2377440"/>
            <a:ext cx="7863840" cy="246888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2377440"/>
            <a:ext cx="7863840" cy="292608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Fireball State (.CNS)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22960" y="278892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[Statedef 1000]                       ; State 1000 = our Fireball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S                               ; S = Standing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movetype = A                           ; A = Attack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 = S                            ; Standing physics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 = 1000                            ; Play animation group 1000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 1000, Projectile]               ; Create the fireball projectile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Projectile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AnimElem = 3                ; Fire on frame 3 of the animation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projID = 1000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projanim = 7000                        ; Projectile sprite animation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projvelocity = 5, 0                    ; Speed: 5 pixels/tick, horizontal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Moves &amp; Power Bars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Power Bar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has a Power meter (default max: 3000)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216712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2167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builds when you land hits or get hit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259689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bar = 1000 power, 2 bars = 2000, 3 bars = 3000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30266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34440" y="3026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 consume power — so the player must earn them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34564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4440" y="3456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cost: a Level 1 super might cost 1000, a Level 3 could cost 3000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46320" y="1097280"/>
            <a:ext cx="3749040" cy="347472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1097280"/>
            <a:ext cx="3749040" cy="292608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 Move Trigger (.CMD)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0" y="15087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In your CMD file: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 -1, Super Fireball]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ChangeState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3000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command = "SuperFireball"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power &gt;= 1000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statetype = 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In your CNS file: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 3000, Use Power]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PowerAdd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AnimElem = 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-1000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This drains 1 bar of power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when the super activates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 Custom Stage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Layers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are made of background layers stacked on top of each other. Each layer can scroll at a different speed to create a parallax depth effect — things far away move slowly, things close move fast.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937760" y="1097280"/>
            <a:ext cx="35661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2344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You Need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212080" y="1737360"/>
            <a:ext cx="548640" cy="274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8"/>
          <p:cNvSpPr/>
          <p:nvPr/>
        </p:nvSpPr>
        <p:spPr>
          <a:xfrm>
            <a:off x="521208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.DEF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8978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config &amp; layer definitions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12080" y="2084832"/>
            <a:ext cx="548640" cy="274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1"/>
          <p:cNvSpPr/>
          <p:nvPr/>
        </p:nvSpPr>
        <p:spPr>
          <a:xfrm>
            <a:off x="5212080" y="2084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.SFF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89788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background images packed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212080" y="2432304"/>
            <a:ext cx="548640" cy="274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4"/>
          <p:cNvSpPr/>
          <p:nvPr/>
        </p:nvSpPr>
        <p:spPr>
          <a:xfrm>
            <a:off x="5212080" y="2432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.SND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897880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music (optional)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108960"/>
            <a:ext cx="7863840" cy="178308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mystage.def (snippet)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22960" y="3493008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[BGdef]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 = mystage.sff                   ; your stage sprite file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[BG Sky]                             ; Layer 1: far background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normal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spriteno = 0, 0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0.2, 0.2                     ; slow scroll = far away feel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[BG Floor]                           ; Layer 2: the ground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normal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spriteno = 1, 0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1, 1                         ; matches camera = ground level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Design Tips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786384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18872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1064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your art to the resolution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3807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MUGEN 1.1 at 640×480, your floor sprite should be about 960 pixels wide to allow camera scrolling. The sky can be wider for parallax.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847088"/>
            <a:ext cx="7863840" cy="713232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1984248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1901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2–4 layers for depth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17320" y="21762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stage might have: far sky, mid-ground buildings, foreground floor. Each with a different delta value for that parallax feeling.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642616"/>
            <a:ext cx="786384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2779776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17320" y="26974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animated elements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2971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 = anim instead of type = normal to add things like flickering lights, moving clouds, or swaying trees. These bring your stage to life.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438144"/>
            <a:ext cx="7863840" cy="713232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21" name="Shape 18"/>
          <p:cNvSpPr/>
          <p:nvPr/>
        </p:nvSpPr>
        <p:spPr>
          <a:xfrm>
            <a:off x="822960" y="3575304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3493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your stage boundaries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17320" y="37673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[Camera] section, set boundleft and boundright to control how far the camera can scroll. This defines the fighting area.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233672"/>
            <a:ext cx="786384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Shape 23"/>
          <p:cNvSpPr/>
          <p:nvPr/>
        </p:nvSpPr>
        <p:spPr>
          <a:xfrm>
            <a:off x="822960" y="4370832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417320" y="42885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in select.def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417320" y="45628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stage in MUGEN/data/select.def under [ExtraStages]: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stages/mystage.def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Sound Effects &amp; Music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SND File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sprites go into an .SFF, your sound effects go into an .SND file. Each sound gets a Group and Sound number.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Fighter Factory 3 to import WAV files into your .SND — the same tool you used for sprites.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46320" y="109728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1206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Sound Groups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120640" y="1691640"/>
            <a:ext cx="685800" cy="2560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8"/>
          <p:cNvSpPr/>
          <p:nvPr/>
        </p:nvSpPr>
        <p:spPr>
          <a:xfrm>
            <a:off x="5120640" y="1691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X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43600" y="1691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&amp; kick impacts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20640" y="2002536"/>
            <a:ext cx="685800" cy="2560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1"/>
          <p:cNvSpPr/>
          <p:nvPr/>
        </p:nvSpPr>
        <p:spPr>
          <a:xfrm>
            <a:off x="5120640" y="20025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0" y="20025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voice lines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0640" y="2313432"/>
            <a:ext cx="685800" cy="2560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4"/>
          <p:cNvSpPr/>
          <p:nvPr/>
        </p:nvSpPr>
        <p:spPr>
          <a:xfrm>
            <a:off x="5120640" y="2313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X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600" y="2313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move effects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20640" y="2624328"/>
            <a:ext cx="685800" cy="2560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1" name="Text 17"/>
          <p:cNvSpPr/>
          <p:nvPr/>
        </p:nvSpPr>
        <p:spPr>
          <a:xfrm>
            <a:off x="5120640" y="2624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X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943600" y="2624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move effects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120640" y="2935224"/>
            <a:ext cx="685800" cy="2560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0"/>
          <p:cNvSpPr/>
          <p:nvPr/>
        </p:nvSpPr>
        <p:spPr>
          <a:xfrm>
            <a:off x="5120640" y="29352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X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943600" y="2935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/ loss quotes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0080" y="3337560"/>
            <a:ext cx="7863840" cy="146304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 a Sound in Your CNS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22960" y="37033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 1000, Play Fireball Sound]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PlaySnd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AnimElem = 3             ; play when animation hits frame 3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2, 0                        ; Group 2, Sound 0 (special move effect)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= 1                         ; audio channel (avoids overlap)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Programming: Teach Your Fighter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931920" cy="192024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Works in MUGEN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440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coded in the CMD file using the same trigger system as player moves. The key difference: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triggers use "AILevel" — a built-in variable that's greater than 0 when the CPU is controlling the character. You write rules like: "If the opponent is close, do a punch. If they jump, do an anti-air."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846320" y="1051560"/>
            <a:ext cx="3749040" cy="1920240"/>
          </a:xfrm>
          <a:prstGeom prst="rect">
            <a:avLst/>
          </a:prstGeom>
          <a:solidFill>
            <a:srgbClr val="25254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1887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Random for Difficulty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120640" y="1691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"random" trigger generates a number 0–999 each tick. Combine with AILevel to control how often the AI makes smart moves: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Easy: random &lt; 200 (20%)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random &lt; 500 (50%)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random &lt; 800 (80%)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Boss: random &lt; 950 (95%)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40080" y="3200400"/>
            <a:ext cx="7863840" cy="169164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solidFill>
            <a:srgbClr val="00BC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Example: Smart Fireball (.CMD)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822960" y="3584448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 -1, AI Fireball]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ChangeState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1000                              ; go to Fireball state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triggerall = AILevel &gt; 0                  ; only when CPU is playing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triggerall = statetype = S                ; must be standing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p2bodydist x &gt; 120            ; opponent is far away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trigger1 = random &lt; AILevel * 8          ; smarter AI = fires more often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Strategy Patterns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AI a personality by mixing these behaviour patterns: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804672"/>
          </a:xfrm>
          <a:prstGeom prst="rect">
            <a:avLst/>
          </a:prstGeom>
          <a:solidFill>
            <a:srgbClr val="FFF3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91440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7556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distance, throws projectiles. Trigger: p2bodydist x &gt; 150. Great for characters with strong ranged attacks.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7863840" cy="8046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286000"/>
            <a:ext cx="9144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Rushdown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26700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in close, chains fast combos. Trigger: p2bodydist x &lt; 50. Uses walk/dash + rapid light attacks.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7863840" cy="804672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200400"/>
            <a:ext cx="91440" cy="80467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Anti-Air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05840" y="35844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for jumps, punishes with uppercuts. Trigger: p2statetype = A. Essential for a well-rounded fighter.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114800"/>
            <a:ext cx="7863840" cy="804672"/>
          </a:xfrm>
          <a:prstGeom prst="rect">
            <a:avLst/>
          </a:prstGeom>
          <a:solidFill>
            <a:srgbClr val="F0FD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4114800"/>
            <a:ext cx="91440" cy="8046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Defensive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5840" y="4498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when under pressure, counter-attacks after. Trigger: InGuardDist. Makes the AI feel patient and smart.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34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Challenge: Build Your Complete Fighter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051560"/>
            <a:ext cx="7863840" cy="228600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Fighter Checklist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1673352"/>
            <a:ext cx="228600" cy="228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special moves (e.g. fireball, uppercut, slide kick)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2020824"/>
            <a:ext cx="228600" cy="228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super move that costs power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2368296"/>
            <a:ext cx="228600" cy="228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2340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stage with at least 2 parallax layers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2715768"/>
            <a:ext cx="228600" cy="228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 for each attack (hits, whiffs, voice lines)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0160" y="3035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that can zone, rush down, and anti-air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You've got the skills. Now go build something legendary.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character with the MUGEN community and challenge others to fight your creation!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MUGEN Part 2: Level Up Your Fighter</dc:title>
  <dc:subject>PptxGenJS Presentation</dc:subject>
  <dc:creator>MUGEN Guide</dc:creator>
  <cp:lastModifiedBy>MUGEN Guide</cp:lastModifiedBy>
  <cp:revision>1</cp:revision>
  <dcterms:created xsi:type="dcterms:W3CDTF">2026-03-19T11:52:26Z</dcterms:created>
  <dcterms:modified xsi:type="dcterms:W3CDTF">2026-03-19T11:52:26Z</dcterms:modified>
</cp:coreProperties>
</file>